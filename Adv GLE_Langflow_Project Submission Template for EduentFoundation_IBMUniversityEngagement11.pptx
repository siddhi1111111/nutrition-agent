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92" autoAdjust="0"/>
    <p:restoredTop sz="94660"/>
  </p:normalViewPr>
  <p:slideViewPr>
    <p:cSldViewPr>
      <p:cViewPr varScale="1">
        <p:scale>
          <a:sx n="71" d="100"/>
          <a:sy n="71" d="100"/>
        </p:scale>
        <p:origin x="-678" y="-51"/>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l" rtl="0">
                        <a:spcBef>
                          <a:spcPts val="0"/>
                        </a:spcBef>
                        <a:spcAft>
                          <a:spcPts val="0"/>
                        </a:spcAft>
                        <a:buNone/>
                      </a:pPr>
                      <a:r>
                        <a:rPr lang="en-US" dirty="0" err="1" smtClean="0"/>
                        <a:t>Siddhi</a:t>
                      </a:r>
                      <a:r>
                        <a:rPr lang="en-US" dirty="0" smtClean="0"/>
                        <a:t> Suresh </a:t>
                      </a:r>
                      <a:r>
                        <a:rPr lang="en-US" dirty="0" err="1" smtClean="0"/>
                        <a:t>Kolage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l" rtl="0">
                        <a:spcBef>
                          <a:spcPts val="0"/>
                        </a:spcBef>
                        <a:spcAft>
                          <a:spcPts val="0"/>
                        </a:spcAft>
                        <a:buNone/>
                      </a:pPr>
                      <a:r>
                        <a:rPr lang="en-US" dirty="0" smtClean="0"/>
                        <a:t>  siddhikolage8@gmail.com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smtClean="0"/>
                    </a:p>
                    <a:p>
                      <a:pPr marL="0" marR="0" lvl="0" indent="0" algn="l" rtl="0">
                        <a:spcBef>
                          <a:spcPts val="0"/>
                        </a:spcBef>
                        <a:spcAft>
                          <a:spcPts val="0"/>
                        </a:spcAft>
                        <a:buNone/>
                      </a:pPr>
                      <a:endParaRPr lang="en-US" dirty="0" smtClean="0"/>
                    </a:p>
                    <a:p>
                      <a:pPr marL="0" marR="0" lvl="0" indent="0" algn="l" rtl="0">
                        <a:spcBef>
                          <a:spcPts val="0"/>
                        </a:spcBef>
                        <a:spcAft>
                          <a:spcPts val="0"/>
                        </a:spcAft>
                        <a:buNone/>
                      </a:pPr>
                      <a:r>
                        <a:rPr lang="en-US" dirty="0" smtClean="0"/>
                        <a:t>           8999275162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r>
              <a:rPr lang="en-US" sz="2000"/>
              <a:t/>
            </a: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1026" name="Picture 2" descr="C:\Users\DELL\Downloads\photo.jpeg"/>
          <p:cNvPicPr>
            <a:picLocks noChangeAspect="1" noChangeArrowheads="1"/>
          </p:cNvPicPr>
          <p:nvPr/>
        </p:nvPicPr>
        <p:blipFill>
          <a:blip r:embed="rId3"/>
          <a:srcRect/>
          <a:stretch>
            <a:fillRect/>
          </a:stretch>
        </p:blipFill>
        <p:spPr bwMode="auto">
          <a:xfrm>
            <a:off x="3962400" y="3657600"/>
            <a:ext cx="1115290" cy="106680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err="1"/>
              <a:t>LangFlow</a:t>
            </a:r>
            <a:r>
              <a:rPr lang="en-US" b="1"/>
              <a:t>,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err="1"/>
              <a:t>LangFlow</a:t>
            </a:r>
            <a:r>
              <a:rPr lang="en-US"/>
              <a:t>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a:t>
            </a:r>
            <a:r>
              <a:rPr lang="en-US" b="1" err="1"/>
              <a:t>watsonx</a:t>
            </a:r>
            <a:r>
              <a:rPr lang="en-US" b="1"/>
              <a:t> AI Agent </a:t>
            </a:r>
            <a:r>
              <a:rPr lang="en-US"/>
              <a:t>- Processes user input using Granite models to generate personalized nutrition insights and recommendations. </a:t>
            </a:r>
          </a:p>
          <a:p>
            <a:endParaRPr lang="en-US"/>
          </a:p>
          <a:p>
            <a:r>
              <a:rPr lang="en-US" b="1"/>
              <a:t>3) Name of IBM Granite model - </a:t>
            </a:r>
            <a:r>
              <a:rPr lang="en-US"/>
              <a:t>Granite-4.0-8B-Instruct → Fast, efficient for real-time diet recommendations</a:t>
            </a:r>
          </a:p>
          <a:p>
            <a:endParaRPr lang="en-US"/>
          </a:p>
          <a:p>
            <a:r>
              <a:rPr lang="en-US" b="1"/>
              <a:t>4) Chat output -</a:t>
            </a:r>
            <a:r>
              <a:rPr lang="en-US"/>
              <a:t>Displays AI-generated responses such as diet plans, nutritional analysis, and health suggestions. </a:t>
            </a:r>
          </a:p>
          <a:p>
            <a:endParaRPr lang="en-US"/>
          </a:p>
          <a:p>
            <a:r>
              <a:rPr lang="en-US" b="1"/>
              <a:t>5) </a:t>
            </a:r>
            <a:r>
              <a:rPr lang="en-US" b="1">
                <a:highlight>
                  <a:srgbClr val="FFFF00"/>
                </a:highlight>
              </a:rPr>
              <a:t>File component - </a:t>
            </a:r>
            <a:r>
              <a:rPr lang="en-US">
                <a:highlight>
                  <a:srgbClr val="FFFF00"/>
                </a:highlight>
              </a:rPr>
              <a:t>Stores and retrieves user data, meal logs, and nutritional datasets for analysis and tracking.</a:t>
            </a:r>
          </a:p>
          <a:p>
            <a:endParaRPr lang="en-US"/>
          </a:p>
          <a:p>
            <a:endParaRPr lang="en-US"/>
          </a:p>
          <a:p>
            <a:r>
              <a:rPr lang="en-US"/>
              <a:t>6) </a:t>
            </a:r>
            <a:r>
              <a:rPr lang="en-US">
                <a:highlight>
                  <a:srgbClr val="FFFF00"/>
                </a:highlight>
              </a:rPr>
              <a:t>Add name of any other component used.</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1026" name="Picture 2" descr="C:\Users\DELL\Music\SID\sid files\IBM\IBM bob\Screenshot (59).png"/>
          <p:cNvPicPr>
            <a:picLocks noChangeAspect="1" noChangeArrowheads="1"/>
          </p:cNvPicPr>
          <p:nvPr/>
        </p:nvPicPr>
        <p:blipFill>
          <a:blip r:embed="rId3"/>
          <a:srcRect/>
          <a:stretch>
            <a:fillRect/>
          </a:stretch>
        </p:blipFill>
        <p:spPr bwMode="auto">
          <a:xfrm>
            <a:off x="762000" y="1143000"/>
            <a:ext cx="9144000" cy="5143501"/>
          </a:xfrm>
          <a:prstGeom prst="rect">
            <a:avLst/>
          </a:prstGeom>
          <a:noFill/>
        </p:spPr>
      </p:pic>
    </p:spTree>
    <p:extLst>
      <p:ext uri="{BB962C8B-B14F-4D97-AF65-F5344CB8AC3E}">
        <p14:creationId xmlns=""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2050" name="Picture 2" descr="C:\Users\DELL\Music\SID\sid files\IBM\IBM bob\Screenshot (60).png"/>
          <p:cNvPicPr>
            <a:picLocks noChangeAspect="1" noChangeArrowheads="1"/>
          </p:cNvPicPr>
          <p:nvPr/>
        </p:nvPicPr>
        <p:blipFill>
          <a:blip r:embed="rId3"/>
          <a:srcRect/>
          <a:stretch>
            <a:fillRect/>
          </a:stretch>
        </p:blipFill>
        <p:spPr bwMode="auto">
          <a:xfrm>
            <a:off x="609599" y="914400"/>
            <a:ext cx="10024533" cy="56388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a:t>
            </a:r>
            <a:r>
              <a:rPr lang="en-US" sz="1850">
                <a:solidFill>
                  <a:srgbClr val="2B3541"/>
                </a:solidFill>
                <a:latin typeface="Times New Roman"/>
                <a:ea typeface="Times New Roman"/>
                <a:cs typeface="Times New Roman"/>
                <a:sym typeface="Times New Roman"/>
              </a:rPr>
              <a:t>URL </a:t>
            </a:r>
            <a:r>
              <a:rPr lang="en-US" sz="1850" smtClean="0">
                <a:solidFill>
                  <a:srgbClr val="2B3541"/>
                </a:solidFill>
                <a:latin typeface="Times New Roman"/>
                <a:ea typeface="Times New Roman"/>
                <a:cs typeface="Times New Roman"/>
                <a:sym typeface="Times New Roman"/>
              </a:rPr>
              <a:t>–https://github.com/siddhi1111111/Nutrition-Agent</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r>
              <a:rPr lang="en-US" sz="1850" dirty="0">
                <a:latin typeface="Times New Roman"/>
                <a:ea typeface="Times New Roman"/>
                <a:cs typeface="Times New Roman"/>
              </a:rPr>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098" name="Picture 2"/>
          <p:cNvPicPr>
            <a:picLocks noChangeAspect="1" noChangeArrowheads="1"/>
          </p:cNvPicPr>
          <p:nvPr/>
        </p:nvPicPr>
        <p:blipFill>
          <a:blip r:embed="rId2"/>
          <a:srcRect/>
          <a:stretch>
            <a:fillRect/>
          </a:stretch>
        </p:blipFill>
        <p:spPr bwMode="auto">
          <a:xfrm>
            <a:off x="152400" y="1371600"/>
            <a:ext cx="5715000" cy="525780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6019800" y="1371600"/>
            <a:ext cx="6091263" cy="5181600"/>
          </a:xfrm>
          <a:prstGeom prst="rect">
            <a:avLst/>
          </a:prstGeom>
          <a:noFill/>
          <a:ln w="9525">
            <a:noFill/>
            <a:miter lim="800000"/>
            <a:headEnd/>
            <a:tailEnd/>
          </a:ln>
          <a:effectLst/>
        </p:spPr>
      </p:pic>
    </p:spTree>
    <p:extLst>
      <p:ext uri="{BB962C8B-B14F-4D97-AF65-F5344CB8AC3E}">
        <p14:creationId xmlns=""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7" name="Picture 2"/>
          <p:cNvPicPr>
            <a:picLocks noChangeAspect="1" noChangeArrowheads="1"/>
          </p:cNvPicPr>
          <p:nvPr/>
        </p:nvPicPr>
        <p:blipFill>
          <a:blip r:embed="rId2"/>
          <a:srcRect/>
          <a:stretch>
            <a:fillRect/>
          </a:stretch>
        </p:blipFill>
        <p:spPr bwMode="auto">
          <a:xfrm>
            <a:off x="1066800" y="1295400"/>
            <a:ext cx="9525000" cy="5062354"/>
          </a:xfrm>
          <a:prstGeom prst="rect">
            <a:avLst/>
          </a:prstGeom>
          <a:noFill/>
          <a:ln w="9525">
            <a:noFill/>
            <a:miter lim="800000"/>
            <a:headEnd/>
            <a:tailEnd/>
          </a:ln>
          <a:effectLst/>
        </p:spPr>
      </p:pic>
    </p:spTree>
    <p:extLst>
      <p:ext uri="{BB962C8B-B14F-4D97-AF65-F5344CB8AC3E}">
        <p14:creationId xmlns=""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1129</Words>
  <Application>Microsoft Office PowerPoint</Application>
  <PresentationFormat>Custom</PresentationFormat>
  <Paragraphs>135</Paragraphs>
  <Slides>16</Slides>
  <Notes>13</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DELL</cp:lastModifiedBy>
  <cp:revision>19</cp:revision>
  <dcterms:created xsi:type="dcterms:W3CDTF">2025-07-08T05:06:56Z</dcterms:created>
  <dcterms:modified xsi:type="dcterms:W3CDTF">2026-07-18T16:25:02Z</dcterms:modified>
</cp:coreProperties>
</file>